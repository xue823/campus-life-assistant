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开场：一句话说明这是给黄淮学院同学做的校园生活助手，六个模块、零依赖、双击就能跑。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六个痛点对应后面六个模块，一条一条对得上，别念完，挑三个讲。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强调：六个模块不是六个页面堆砌，背后是同一套会话、数据隔离与增删改能力。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这是最有技术含量的一页：讲周次解析规则，再演示改一条、删一条，图表立即刷新。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重点讲“可解释”：每个推荐都带理由，评委能看懂算法在做什么。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现场加一笔 13.5 元，让评委看到数字和柱状图立刻变化。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这一页展示“落地”：不是泛泛演示数据，而是黄淮真实的入口、电话、食堂名称。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演示时可以先问“校园网连不上怎么办”，再演示清空历史。强调降级设计。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这页回答“为什么这么土的技术栈”：因为要现场跑、要能讲清楚、要零依赖。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数字要背下来，问题“多少接口/多少行代码”能立刻答出。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结束语：留一个问题给自己——如果继续做，我会先做课表导入和考试提醒。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128016" cy="2377440"/>
          </a:xfrm>
          <a:prstGeom prst="rect">
            <a:avLst/>
          </a:prstGeom>
          <a:solidFill>
            <a:srgbClr val="B8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FBC"/>
                </a:solidFill>
                <a:latin typeface="微软雅黑"/>
                <a:ea typeface="微软雅黑"/>
                <a:cs typeface="微软雅黑"/>
              </a:rPr>
              <a:t>黄淮学院 · 校园生活助手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黄淮校园生活助手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Campus Life Copilot · 一个把校园生活六件事装进手机的小工具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● 考核安排 · 教学周自动过滤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461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● 干饭推荐 · 理由可解释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2461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● 记账分析 · 每笔可改删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130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● 同学名单 · 增删改查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130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● 黄淮官方入口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8130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● 校园问答 · 离线可用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920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Python 3 标准库 · 零第三方依赖 · 双击 start.bat 即运行 · 支持注册登录与数据增删改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GitHub：github.com/xue823/campus-life-assistant　　Gitee：gitee.com/x17993/campus-life-assistant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一、我们每天都在重复的六件小事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问题不是“没有 App”，而是“信息散在六个地方”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20440" cy="182880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① 查考核安排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教务系统入口难找，单双周、混合式教室记不清，跑错楼。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508760"/>
            <a:ext cx="3520440" cy="182880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② 到点吃什么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食堂五六个、窗口几十个，排队十分钟，最后随便吃点。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508760"/>
            <a:ext cx="3520440" cy="182880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③ 钱花哪了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月底发现钱没了，只记得“好像都吃了”，说不清构成。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3520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④ 找同学问事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班委、舍友、同组同学的信息散在群聊里，问一次翻半天。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566160"/>
            <a:ext cx="3520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⑤ 找不到系统入口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教务、校历、图书馆、网络服务，每次都要搜或问学长。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3566160"/>
            <a:ext cx="3520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⑥ 校园事务问谁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校园网认证、请假、补卡、快递……问一次要等半天回复。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二、方案：一个手机界面，六个模块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打开即用、离线可跑、数据可改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📅  考核安排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教学周引擎 · 倒计时 · 增删改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已实现 · 可演示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55448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🍚  干饭推荐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时段+口味+预算+排队 打分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已实现 · 可演示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55448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💰  记账分析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走势图 · 构成 · 省钱建议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已实现 · 可演示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👥  同学名单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姓名/学号/联系方式 增删改查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已实现 · 可演示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56616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🏫  黄淮信息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10 个官方入口 · 联系电话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已实现 · 可演示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356616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🤖  校园问答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本地知识库 + 大模型降级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已实现 · 可演示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7FBC"/>
                </a:solidFill>
                <a:latin typeface="微软雅黑"/>
                <a:ea typeface="微软雅黑"/>
                <a:cs typeface="微软雅黑"/>
              </a:rPr>
              <a:t>共同底座：注册登录（PBKDF2 + Cookie 会话）· 数据按账号隔离 · 三类数据全部可修改可删除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三、模块一：考核安排（教学周引擎）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数据来自计科 2502B 考核安排表：24 条 / 12 门 / 27 学分</a:t>
            </a:r>
          </a:p>
        </p:txBody>
      </p:sp>
      <p:pic>
        <p:nvPicPr>
          <p:cNvPr id="5" name="Picture 4" descr="c_02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2842054" cy="4572000"/>
          </a:xfrm>
          <a:prstGeom prst="rect">
            <a:avLst/>
          </a:prstGeom>
          <a:ln w="12700">
            <a:solidFill>
              <a:srgbClr val="C9D5E4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806440" y="1463040"/>
            <a:ext cx="5806440" cy="12344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自动过滤单双周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把「1-16 周」「单周」「双周」「3·7·11·14 周」解析成周次集合，按当前教学周过滤。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880360"/>
            <a:ext cx="5806440" cy="12344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下一场随时看得见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首屏给出今天几场、下一场在哪、还有几天；正在考试会高亮。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4297680"/>
            <a:ext cx="5806440" cy="12344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每条都能改能删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修改 / 删除 / 一键清空，改完立刻重算学分与倒计时。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5760720"/>
            <a:ext cx="5806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难点：单双周与指定周混排、同一门课不同周次不同考场 —— 解析器统一处理。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四、模块二：干饭推荐（本地打分，可解释）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食堂按黄淮实际：大榕树餐厅（南区）、北区第一/第二、西区小吃街</a:t>
            </a:r>
          </a:p>
        </p:txBody>
      </p:sp>
      <p:pic>
        <p:nvPicPr>
          <p:cNvPr id="5" name="Picture 4" descr="c_03-me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2900855" cy="4572000"/>
          </a:xfrm>
          <a:prstGeom prst="rect">
            <a:avLst/>
          </a:prstGeom>
          <a:ln w="12700">
            <a:solidFill>
              <a:srgbClr val="C9D5E4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806440" y="1463040"/>
            <a:ext cx="5806440" cy="160020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打分公式（0.4 秒内算完 34 道菜）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时段匹配 ±22　口味命中 ×8　食堂偏好 ±30
预算线性扣分　排队时间扣分　评分 ×12 加权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3246120"/>
            <a:ext cx="580644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每条都给理由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「现在适合吃上午加餐；口味符合偏好；出餐快」——不是黑盒排序。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4270248"/>
            <a:ext cx="580644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三维筛选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口味 / 食堂 / 单餐预算，偏好自动保存到账号。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5294376"/>
            <a:ext cx="580644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断网也能用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纯本地计算，不依赖任何外卖平台接口。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五、模块三：记账分析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两次点击记一笔，自动生成分析与建议</a:t>
            </a:r>
          </a:p>
        </p:txBody>
      </p:sp>
      <p:pic>
        <p:nvPicPr>
          <p:cNvPr id="5" name="Picture 4" descr="c_04b-money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2804160" cy="4572000"/>
          </a:xfrm>
          <a:prstGeom prst="rect">
            <a:avLst/>
          </a:prstGeom>
          <a:ln w="12700">
            <a:solidFill>
              <a:srgbClr val="C9D5E4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806440" y="1463040"/>
            <a:ext cx="5806440" cy="987552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自动分析：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今日 / 本月支出、14 天柱状走势（超支标橙）、消费构成、常去地点 TOP5。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596896"/>
            <a:ext cx="580644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个性化建议：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按剩余预算与剩余天数算日均上限，指出花得最多的类别与地点。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3730752"/>
            <a:ext cx="5806440" cy="987552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每笔可改可删：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点「改」表单预填原值，点「删」有确认；删除后图表与建议实时刷新。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864608"/>
            <a:ext cx="580644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可导出：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一键导出当月 CSV，带 BOM 防止 Excel 中文乱码。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六、模块四、五：同学名单 与 黄淮信息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一个管人，一个管入口</a:t>
            </a:r>
          </a:p>
        </p:txBody>
      </p:sp>
      <p:pic>
        <p:nvPicPr>
          <p:cNvPr id="5" name="Picture 4" descr="c_07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2813829" cy="4434840"/>
          </a:xfrm>
          <a:prstGeom prst="rect">
            <a:avLst/>
          </a:prstGeom>
          <a:ln w="12700">
            <a:solidFill>
              <a:srgbClr val="C9D5E4"/>
            </a:solidFill>
          </a:ln>
        </p:spPr>
      </p:pic>
      <p:pic>
        <p:nvPicPr>
          <p:cNvPr id="6" name="Picture 5" descr="c_08-camp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417320"/>
            <a:ext cx="2813829" cy="4434840"/>
          </a:xfrm>
          <a:prstGeom prst="rect">
            <a:avLst/>
          </a:prstGeom>
          <a:ln w="12700">
            <a:solidFill>
              <a:srgbClr val="C9D5E4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172200" y="1463040"/>
            <a:ext cx="5440680" cy="201168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👥 同学名单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姓名 / 学号 / 联系方式 / 身份 / 学院 / 备注，完整增删改查；
数据按账号隔离，删除有确认弹窗；只有自己能看见。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657600"/>
            <a:ext cx="54406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🏫 黄淮信息（信息来自学校官网公开页面）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学校概况：开源大道 76 号 · 18 个二级学院 · 61 个在招专业 · 校训「厚德、博学、笃行、自强」
10 个官方入口：融合服务门户、教务管理系统、校历、网络服务、数字资源……
联系电话：招生 0396-2853111 / 校园网服务中心 3728107、3728108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七、模块六：校园问答（双通道 + 降级）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12 条本地知识库，覆盖校园网认证、注册登录、教务、校历、食堂、请假等</a:t>
            </a:r>
          </a:p>
        </p:txBody>
      </p:sp>
      <p:pic>
        <p:nvPicPr>
          <p:cNvPr id="5" name="Picture 4" descr="c_05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2900855" cy="4572000"/>
          </a:xfrm>
          <a:prstGeom prst="rect">
            <a:avLst/>
          </a:prstGeom>
          <a:ln w="12700">
            <a:solidFill>
              <a:srgbClr val="C9D5E4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806440" y="1463040"/>
            <a:ext cx="5806440" cy="91440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① 关键词加权检索本地知识库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毫秒级返回，零网络依赖，命中模糊时给“相近问题”。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514600"/>
            <a:ext cx="5806440" cy="91440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② 配置 LLM_API_KEY 时调用大模型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回答更自然、更长，适合解释型问题。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3566160"/>
            <a:ext cx="58064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③ 大模型超时 / 失败 → 自动降级回本地库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现场断网也不影响演示，这是刻意的工程取舍。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4709160"/>
            <a:ext cx="5806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为什么这样做：比赛现场网络不可控。有网用大模型，没网照样答得出来；命中模糊时给“相近问题”，答不出时明确列出已知领域，不编造。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八、技术架构：单文件后端 + 原生前端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零第三方依赖，离线可运行，任何电脑拷过去双击即可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024128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前端（无框架、无 CDN）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原生 JavaScript 单页应用 + 原生 CSS；桌面端手机外壳、移动端全屏；6 个标签页切换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1106424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后端（Python 3 标准库）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http.server 路由 + sqlite3；Cookie 会话、PBKDF2 加盐哈希、参数化 SQL、老库自动列迁移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1064240" cy="1024128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数据（本地 SQLite）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users / courses / expenses / students / chat / prefs / sessions；首次启动自动建表并填充演示数据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6424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一键启动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start.bat 自动识别随包 Python 运行时（36 MB），双击即跑并打开浏览器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59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为什么不用框架：比赛现场不能保证有网、有环境；标准库 + 原生前端 = 零安装、零风险，而且每个接口、每行算法都能讲清楚。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九、工程数据与亮点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可量化、可复现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6040" cy="14630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18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A7FBC"/>
                </a:solidFill>
                <a:latin typeface="微软雅黑"/>
                <a:ea typeface="微软雅黑"/>
                <a:cs typeface="微软雅黑"/>
              </a:rPr>
              <a:t>个接口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注册登录 6 + 三类数据增删改查 9 + 问答/导出/重置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463040"/>
            <a:ext cx="2606040" cy="14630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1,900+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A7FBC"/>
                </a:solidFill>
                <a:latin typeface="微软雅黑"/>
                <a:ea typeface="微软雅黑"/>
                <a:cs typeface="微软雅黑"/>
              </a:rPr>
              <a:t>行代码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后端 1,000+ / 前端 600+ / 样式 350+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606040" cy="14630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27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A7FBC"/>
                </a:solidFill>
                <a:latin typeface="微软雅黑"/>
                <a:ea typeface="微软雅黑"/>
                <a:cs typeface="微软雅黑"/>
              </a:rPr>
              <a:t>个上传文件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代码 + 文档 + 15 张截图 + 封面图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7696" y="1463040"/>
            <a:ext cx="2606040" cy="1463040"/>
          </a:xfrm>
          <a:prstGeom prst="roundRect">
            <a:avLst/>
          </a:prstGeom>
          <a:solidFill>
            <a:srgbClr val="EEF4FA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36 MB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A7FBC"/>
                </a:solidFill>
                <a:latin typeface="微软雅黑"/>
                <a:ea typeface="微软雅黑"/>
                <a:cs typeface="微软雅黑"/>
              </a:rPr>
              <a:t>随包运行时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免安装 Python，双击 start.bat 即跑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10642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★ 教学周引擎　单双周 / 指定周自动过滤，把“这周到底上不上”彻底自动化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86784"/>
            <a:ext cx="110642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★ 推荐可解释　每条推荐都写清理由，不是黑盒排序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73168"/>
            <a:ext cx="110642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★ 降级设计　大模型不可用时自动回本地知识库，现场演示不会翻车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59552"/>
            <a:ext cx="110642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★ 双仓库 + 一键启动　GitHub 与 Gitee 双份公开代码，随包运行时不装环境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835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562"/>
                </a:solidFill>
                <a:latin typeface="微软雅黑"/>
                <a:ea typeface="微软雅黑"/>
                <a:cs typeface="微软雅黑"/>
              </a:rPr>
              <a:t>十、现场演示与获取方式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演示（本机）：http://127.0.0.1:8866/　　双击 start.bat → 自动打开浏览器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64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演示（同一 Wi-Fi）：http://10.121.96.97:8866/　　启动加 --host 0.0.0.0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64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演示账号：20230101 / 123456　　也可现场注册新账号体验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39"/>
            <a:ext cx="11064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代码仓库（GitHub）：github.com/xue823/campus-life-assistant　　已公开，匿名可访问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59"/>
            <a:ext cx="11064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代码仓库（Gitee）：gitee.com/x17993/campus-life-assistant　　国内访问更快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79"/>
            <a:ext cx="110642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7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28016" tIns="128016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03841"/>
                </a:solidFill>
                <a:latin typeface="微软雅黑"/>
                <a:ea typeface="微软雅黑"/>
                <a:cs typeface="微软雅黑"/>
              </a:rPr>
              <a:t>封面图直链：gitee.com/x17993/campus-life-assistant/raw/master/cover.png　　实测可显示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7A12"/>
                </a:solidFill>
                <a:latin typeface="微软雅黑"/>
                <a:ea typeface="微软雅黑"/>
                <a:cs typeface="微软雅黑"/>
              </a:rPr>
              <a:t>谢谢！欢迎提问，也欢迎反对我的设计取舍。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